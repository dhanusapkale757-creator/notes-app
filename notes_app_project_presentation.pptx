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07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434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08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833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2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37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3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56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52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9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12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5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flipH="1">
            <a:off x="1972841" y="1769806"/>
            <a:ext cx="4939236" cy="2625213"/>
          </a:xfrm>
        </p:spPr>
        <p:txBody>
          <a:bodyPr>
            <a:normAutofit/>
          </a:bodyPr>
          <a:lstStyle/>
          <a:p>
            <a:r>
              <a:rPr lang="en-US" sz="6000" dirty="0"/>
              <a:t>TITLE:-</a:t>
            </a:r>
            <a:br>
              <a:rPr lang="en-US" dirty="0"/>
            </a:br>
            <a:r>
              <a:rPr lang="en-US" sz="5300" dirty="0"/>
              <a:t>Notes App</a:t>
            </a:r>
            <a:endParaRPr sz="53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593081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web-based Notes App similar to Samsung Notes.</a:t>
            </a:r>
          </a:p>
          <a:p>
            <a:r>
              <a:t>It allows users to create, manage, and organize notes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a simple note-taking web application</a:t>
            </a:r>
          </a:p>
          <a:p>
            <a:r>
              <a:t>• Allow users to add title and content</a:t>
            </a:r>
          </a:p>
          <a:p>
            <a:r>
              <a:t>• Provide pin/favorite functionality</a:t>
            </a:r>
          </a:p>
          <a:p>
            <a:r>
              <a:t>• Store notes efficiently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 – Structure of the web page</a:t>
            </a:r>
          </a:p>
          <a:p>
            <a:r>
              <a:t>• CSS – Styling and layout</a:t>
            </a:r>
          </a:p>
          <a:p>
            <a:r>
              <a:t>• JavaScript – Functionality</a:t>
            </a:r>
          </a:p>
          <a:p>
            <a:r>
              <a:t>• Local Storage / MongoDB – Data storage</a:t>
            </a:r>
          </a:p>
          <a:p>
            <a:r>
              <a:t>• Node.js (for backend API)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the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notes</a:t>
            </a:r>
          </a:p>
          <a:p>
            <a:r>
              <a:t>• View all notes</a:t>
            </a:r>
          </a:p>
          <a:p>
            <a:r>
              <a:t>• Pin / favorite important notes</a:t>
            </a:r>
          </a:p>
          <a:p>
            <a:r>
              <a:t>• Delete notes</a:t>
            </a:r>
          </a:p>
          <a:p>
            <a:r>
              <a:t>• Simple and clean user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Node.js API</a:t>
            </a:r>
          </a:p>
          <a:p>
            <a:r>
              <a:t>Database: MongoDB</a:t>
            </a:r>
          </a:p>
          <a:p>
            <a:r>
              <a:t>User interacts with UI → API handles data → Database stores notes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the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title and content</a:t>
            </a:r>
          </a:p>
          <a:p>
            <a:r>
              <a:t>2. Clicks 'Add Note'</a:t>
            </a:r>
          </a:p>
          <a:p>
            <a:r>
              <a:t>3. Note is stored in database/local storage</a:t>
            </a:r>
          </a:p>
          <a:p>
            <a:r>
              <a:t>4. Notes are displayed on the screen</a:t>
            </a:r>
          </a:p>
          <a:p>
            <a:r>
              <a:t>5. User can pin or delete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interface is designed to be simple and user-friendly.</a:t>
            </a:r>
          </a:p>
          <a:p>
            <a:r>
              <a:t>Notes appear as cards with title and content.</a:t>
            </a:r>
          </a:p>
          <a:p>
            <a:r>
              <a:t>Pinned notes are highlighted.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users organize information</a:t>
            </a:r>
          </a:p>
          <a:p>
            <a:r>
              <a:t>• Easy to use</a:t>
            </a:r>
          </a:p>
          <a:p>
            <a:r>
              <a:t>• Lightweight web application</a:t>
            </a:r>
          </a:p>
          <a:p>
            <a:r>
              <a:t>• Demonstrates CRUD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search feature</a:t>
            </a:r>
          </a:p>
          <a:p>
            <a:r>
              <a:t>• Add edit notes option</a:t>
            </a:r>
          </a:p>
          <a:p>
            <a:r>
              <a:t>• Add user authentication</a:t>
            </a:r>
          </a:p>
          <a:p>
            <a:r>
              <a:t>• Cloud database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Notes App demonstrates the implementation of a full-stack web project.</a:t>
            </a:r>
          </a:p>
          <a:p>
            <a:r>
              <a:t>It shows how frontend, backend, and database work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287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TITLE:- Notes App</vt:lpstr>
      <vt:lpstr>Project Introduction</vt:lpstr>
      <vt:lpstr>Project Objectives</vt:lpstr>
      <vt:lpstr>Technologies Used</vt:lpstr>
      <vt:lpstr>Features of the Application</vt:lpstr>
      <vt:lpstr>System Architecture</vt:lpstr>
      <vt:lpstr>Working of the Application</vt:lpstr>
      <vt:lpstr>User Interface Design</vt:lpstr>
      <vt:lpstr>Benefits of the Project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Gargi Narkhede</cp:lastModifiedBy>
  <cp:revision>2</cp:revision>
  <dcterms:created xsi:type="dcterms:W3CDTF">2013-01-27T09:14:16Z</dcterms:created>
  <dcterms:modified xsi:type="dcterms:W3CDTF">2026-03-10T14:40:55Z</dcterms:modified>
  <cp:category/>
</cp:coreProperties>
</file>